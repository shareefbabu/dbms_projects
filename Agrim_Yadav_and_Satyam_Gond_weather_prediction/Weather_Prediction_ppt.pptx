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 Prediction System Using Past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DBMS + Python + Flask Project</a:t>
            </a:r>
          </a:p>
          <a:p>
            <a:r>
              <a:rPr dirty="0"/>
              <a:t>By:</a:t>
            </a:r>
            <a:r>
              <a:rPr lang="en-US" dirty="0"/>
              <a:t> Agrim Yadav</a:t>
            </a:r>
            <a:br>
              <a:rPr lang="en-US" dirty="0"/>
            </a:br>
            <a:r>
              <a:rPr lang="en-US" dirty="0"/>
              <a:t>        Satyam Gond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Stores historical weather data using MySQL</a:t>
            </a:r>
          </a:p>
          <a:p>
            <a:r>
              <a:t>Predicts temperature using Moving Average</a:t>
            </a:r>
          </a:p>
          <a:p>
            <a:r>
              <a:t>Flask GUI supports CRUD operations</a:t>
            </a:r>
          </a:p>
          <a:p>
            <a:r>
              <a:t>Full-stack DBMS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Weather prediction is essential in many fields</a:t>
            </a:r>
          </a:p>
          <a:p>
            <a:r>
              <a:t>Simplifies forecasting using past temperature data</a:t>
            </a:r>
          </a:p>
          <a:p>
            <a:r>
              <a:t>Provides a web-based interface for easy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Need to store weather data systematically</a:t>
            </a:r>
          </a:p>
          <a:p>
            <a:r>
              <a:t>Require CRUD operations</a:t>
            </a:r>
          </a:p>
          <a:p>
            <a:r>
              <a:t>Users need simple short-term prediction</a:t>
            </a:r>
          </a:p>
          <a:p>
            <a:r>
              <a:t>System must be easy to use and accessible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 normalized database schema</a:t>
            </a:r>
          </a:p>
          <a:p>
            <a:r>
              <a:t>Implement CRUD using SQL</a:t>
            </a:r>
          </a:p>
          <a:p>
            <a:r>
              <a:t>Integrate Python + Flask with MySQL</a:t>
            </a:r>
          </a:p>
          <a:p>
            <a:r>
              <a:t>Predict next-day temperature</a:t>
            </a:r>
          </a:p>
          <a:p>
            <a:r>
              <a:t>Create user-friendly GUI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HTML + CSS (Bootstrap)</a:t>
            </a:r>
          </a:p>
          <a:p>
            <a:r>
              <a:t>Backend: Flask (Python)</a:t>
            </a:r>
          </a:p>
          <a:p>
            <a:r>
              <a:t>Database: MySQL</a:t>
            </a:r>
          </a:p>
          <a:p>
            <a:r>
              <a:t>3-tier structured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Entities: Location, Weather_Data, Prediction</a:t>
            </a:r>
          </a:p>
          <a:p>
            <a:r>
              <a:t>1-to-Many between Location and Weather_Data</a:t>
            </a:r>
          </a:p>
          <a:p>
            <a:r>
              <a:t>Prediction table stores forecasting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Location(location_id, city, state, country)</a:t>
            </a:r>
          </a:p>
          <a:p>
            <a:r>
              <a:t>Weather_Data(weather_id, location_id, date, temperature, humidity, rainfall, wind_speed)</a:t>
            </a:r>
          </a:p>
          <a:p>
            <a:r>
              <a:t>Prediction(prediction_id, location_id, predicted_temperature)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(3NF)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1NF: Atomic values</a:t>
            </a:r>
          </a:p>
          <a:p>
            <a:r>
              <a:t>2NF: Fully dependent on primary key</a:t>
            </a:r>
          </a:p>
          <a:p>
            <a:r>
              <a:t>3NF: No transitive dependency</a:t>
            </a:r>
          </a:p>
          <a:p>
            <a:r>
              <a:t>Ensures consistency and avoids redundancy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Moving Average (MA-3)</a:t>
            </a:r>
          </a:p>
          <a:p>
            <a:r>
              <a:t>Formula: (T1 + T2 + T3) / 3</a:t>
            </a:r>
          </a:p>
          <a:p>
            <a:r>
              <a:t>Simple &amp; effective for short-term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GUI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Add/Edit/Delete Locations</a:t>
            </a:r>
          </a:p>
          <a:p>
            <a:r>
              <a:t>Add Weather Data</a:t>
            </a:r>
          </a:p>
          <a:p>
            <a:r>
              <a:t>View Weather History</a:t>
            </a:r>
          </a:p>
          <a:p>
            <a:r>
              <a:t>Predict Temperature</a:t>
            </a:r>
          </a:p>
          <a:p>
            <a:r>
              <a:t>Clean CSS-styled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TABLE for schema creation</a:t>
            </a:r>
          </a:p>
          <a:p>
            <a:r>
              <a:t>INSERT, UPDATE, DELETE for CRUD</a:t>
            </a:r>
          </a:p>
          <a:p>
            <a:r>
              <a:t>SELECT with ORDER BY, LIMIT for history</a:t>
            </a:r>
          </a:p>
          <a:p>
            <a:r>
              <a:t>AVG() for prediction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Accurate prediction for short-term trends</a:t>
            </a:r>
          </a:p>
          <a:p>
            <a:r>
              <a:t>Fully functional user-friendly GUI</a:t>
            </a:r>
          </a:p>
          <a:p>
            <a:r>
              <a:t>Stable backend integration</a:t>
            </a:r>
          </a:p>
          <a:p>
            <a:r>
              <a:t>All CRUD operations working correctly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System demonstrates complete DBMS concepts</a:t>
            </a:r>
          </a:p>
          <a:p>
            <a:r>
              <a:t>Efficient prediction using simple model</a:t>
            </a:r>
          </a:p>
          <a:p>
            <a:r>
              <a:t>Expandable for real-world applications</a:t>
            </a:r>
          </a:p>
          <a:p>
            <a:r>
              <a:t>Strong foundation for ML-based forecasting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Project: Weather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345</Words>
  <Application>Microsoft Office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Weather Prediction System Using Past Data</vt:lpstr>
      <vt:lpstr>Abstract</vt:lpstr>
      <vt:lpstr>Introduction</vt:lpstr>
      <vt:lpstr>Problem Statement</vt:lpstr>
      <vt:lpstr>Objectives</vt:lpstr>
      <vt:lpstr>System Architecture</vt:lpstr>
      <vt:lpstr>ER Diagram</vt:lpstr>
      <vt:lpstr>Database Schema</vt:lpstr>
      <vt:lpstr>Normalization (3NF)</vt:lpstr>
      <vt:lpstr>Prediction Logic</vt:lpstr>
      <vt:lpstr>Flask GUI Features</vt:lpstr>
      <vt:lpstr>SQL Operations</vt:lpstr>
      <vt:lpstr>Results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Agrim Yadav</cp:lastModifiedBy>
  <cp:revision>2</cp:revision>
  <dcterms:created xsi:type="dcterms:W3CDTF">2013-01-27T09:14:16Z</dcterms:created>
  <dcterms:modified xsi:type="dcterms:W3CDTF">2025-12-05T11:11:27Z</dcterms:modified>
  <cp:category/>
</cp:coreProperties>
</file>